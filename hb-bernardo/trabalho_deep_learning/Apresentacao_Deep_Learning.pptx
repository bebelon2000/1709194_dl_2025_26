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58791-4098-433B-9F79-3E9290DA32DE}" v="1" dt="2026-05-05T20:39:10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ardo Vian Leite" userId="4087fcbd-7ec1-4223-af29-17b213e07105" providerId="ADAL" clId="{BEBE8AC7-D4C3-453E-8B60-09FD2C57271B}"/>
    <pc:docChg chg="undo custSel modSld">
      <pc:chgData name="Bernardo Vian Leite" userId="4087fcbd-7ec1-4223-af29-17b213e07105" providerId="ADAL" clId="{BEBE8AC7-D4C3-453E-8B60-09FD2C57271B}" dt="2026-05-05T20:40:49.306" v="725" actId="6549"/>
      <pc:docMkLst>
        <pc:docMk/>
      </pc:docMkLst>
      <pc:sldChg chg="modSp mod">
        <pc:chgData name="Bernardo Vian Leite" userId="4087fcbd-7ec1-4223-af29-17b213e07105" providerId="ADAL" clId="{BEBE8AC7-D4C3-453E-8B60-09FD2C57271B}" dt="2026-05-05T20:39:10.258" v="660"/>
        <pc:sldMkLst>
          <pc:docMk/>
          <pc:sldMk cId="0" sldId="256"/>
        </pc:sldMkLst>
        <pc:spChg chg="mod">
          <ac:chgData name="Bernardo Vian Leite" userId="4087fcbd-7ec1-4223-af29-17b213e07105" providerId="ADAL" clId="{BEBE8AC7-D4C3-453E-8B60-09FD2C57271B}" dt="2026-05-05T20:39:10.258" v="660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Bernardo Vian Leite" userId="4087fcbd-7ec1-4223-af29-17b213e07105" providerId="ADAL" clId="{BEBE8AC7-D4C3-453E-8B60-09FD2C57271B}" dt="2026-05-05T20:40:49.306" v="725" actId="6549"/>
        <pc:sldMkLst>
          <pc:docMk/>
          <pc:sldMk cId="0" sldId="257"/>
        </pc:sldMkLst>
        <pc:spChg chg="mod">
          <ac:chgData name="Bernardo Vian Leite" userId="4087fcbd-7ec1-4223-af29-17b213e07105" providerId="ADAL" clId="{BEBE8AC7-D4C3-453E-8B60-09FD2C57271B}" dt="2026-05-05T20:40:49.306" v="725" actId="6549"/>
          <ac:spMkLst>
            <pc:docMk/>
            <pc:sldMk cId="0" sldId="257"/>
            <ac:spMk id="61" creationId="{00000000-0000-0000-0000-000000000000}"/>
          </ac:spMkLst>
        </pc:spChg>
      </pc:sldChg>
      <pc:sldChg chg="addSp modSp mod">
        <pc:chgData name="Bernardo Vian Leite" userId="4087fcbd-7ec1-4223-af29-17b213e07105" providerId="ADAL" clId="{BEBE8AC7-D4C3-453E-8B60-09FD2C57271B}" dt="2026-05-05T18:22:01.388" v="582" actId="14100"/>
        <pc:sldMkLst>
          <pc:docMk/>
          <pc:sldMk cId="0" sldId="258"/>
        </pc:sldMkLst>
        <pc:spChg chg="add mod">
          <ac:chgData name="Bernardo Vian Leite" userId="4087fcbd-7ec1-4223-af29-17b213e07105" providerId="ADAL" clId="{BEBE8AC7-D4C3-453E-8B60-09FD2C57271B}" dt="2026-05-05T18:19:01.422" v="445" actId="14100"/>
          <ac:spMkLst>
            <pc:docMk/>
            <pc:sldMk cId="0" sldId="258"/>
            <ac:spMk id="7" creationId="{C01E5948-790D-869F-1263-69ECEAA15B9D}"/>
          </ac:spMkLst>
        </pc:spChg>
        <pc:spChg chg="mod">
          <ac:chgData name="Bernardo Vian Leite" userId="4087fcbd-7ec1-4223-af29-17b213e07105" providerId="ADAL" clId="{BEBE8AC7-D4C3-453E-8B60-09FD2C57271B}" dt="2026-05-05T18:18:32.055" v="441" actId="1076"/>
          <ac:spMkLst>
            <pc:docMk/>
            <pc:sldMk cId="0" sldId="258"/>
            <ac:spMk id="66" creationId="{00000000-0000-0000-0000-000000000000}"/>
          </ac:spMkLst>
        </pc:spChg>
        <pc:spChg chg="mod">
          <ac:chgData name="Bernardo Vian Leite" userId="4087fcbd-7ec1-4223-af29-17b213e07105" providerId="ADAL" clId="{BEBE8AC7-D4C3-453E-8B60-09FD2C57271B}" dt="2026-05-05T18:21:35.610" v="579" actId="1076"/>
          <ac:spMkLst>
            <pc:docMk/>
            <pc:sldMk cId="0" sldId="258"/>
            <ac:spMk id="67" creationId="{00000000-0000-0000-0000-000000000000}"/>
          </ac:spMkLst>
        </pc:spChg>
        <pc:picChg chg="add mod ord">
          <ac:chgData name="Bernardo Vian Leite" userId="4087fcbd-7ec1-4223-af29-17b213e07105" providerId="ADAL" clId="{BEBE8AC7-D4C3-453E-8B60-09FD2C57271B}" dt="2026-05-05T18:21:56.636" v="581" actId="14100"/>
          <ac:picMkLst>
            <pc:docMk/>
            <pc:sldMk cId="0" sldId="258"/>
            <ac:picMk id="3" creationId="{69CED923-2522-B925-5109-73CD112E1D4B}"/>
          </ac:picMkLst>
        </pc:picChg>
        <pc:picChg chg="add mod modCrop">
          <ac:chgData name="Bernardo Vian Leite" userId="4087fcbd-7ec1-4223-af29-17b213e07105" providerId="ADAL" clId="{BEBE8AC7-D4C3-453E-8B60-09FD2C57271B}" dt="2026-05-05T18:22:01.388" v="582" actId="14100"/>
          <ac:picMkLst>
            <pc:docMk/>
            <pc:sldMk cId="0" sldId="258"/>
            <ac:picMk id="5" creationId="{B9ED01C7-4F16-5BA9-CC71-8C93E9D13789}"/>
          </ac:picMkLst>
        </pc:picChg>
      </pc:sldChg>
      <pc:sldChg chg="addSp delSp modSp mod">
        <pc:chgData name="Bernardo Vian Leite" userId="4087fcbd-7ec1-4223-af29-17b213e07105" providerId="ADAL" clId="{BEBE8AC7-D4C3-453E-8B60-09FD2C57271B}" dt="2026-05-05T20:38:07.243" v="605" actId="1076"/>
        <pc:sldMkLst>
          <pc:docMk/>
          <pc:sldMk cId="0" sldId="259"/>
        </pc:sldMkLst>
        <pc:spChg chg="add mod">
          <ac:chgData name="Bernardo Vian Leite" userId="4087fcbd-7ec1-4223-af29-17b213e07105" providerId="ADAL" clId="{BEBE8AC7-D4C3-453E-8B60-09FD2C57271B}" dt="2026-05-05T17:43:07.525" v="192" actId="1076"/>
          <ac:spMkLst>
            <pc:docMk/>
            <pc:sldMk cId="0" sldId="259"/>
            <ac:spMk id="6" creationId="{CC1C05EA-F76C-49F9-5840-42DFD622FE42}"/>
          </ac:spMkLst>
        </pc:spChg>
        <pc:spChg chg="add del">
          <ac:chgData name="Bernardo Vian Leite" userId="4087fcbd-7ec1-4223-af29-17b213e07105" providerId="ADAL" clId="{BEBE8AC7-D4C3-453E-8B60-09FD2C57271B}" dt="2026-05-05T17:45:47.033" v="367" actId="22"/>
          <ac:spMkLst>
            <pc:docMk/>
            <pc:sldMk cId="0" sldId="259"/>
            <ac:spMk id="8" creationId="{53B014F7-AE23-959B-AA4D-F350632601CA}"/>
          </ac:spMkLst>
        </pc:spChg>
        <pc:spChg chg="mod">
          <ac:chgData name="Bernardo Vian Leite" userId="4087fcbd-7ec1-4223-af29-17b213e07105" providerId="ADAL" clId="{BEBE8AC7-D4C3-453E-8B60-09FD2C57271B}" dt="2026-05-05T20:38:07.243" v="605" actId="1076"/>
          <ac:spMkLst>
            <pc:docMk/>
            <pc:sldMk cId="0" sldId="259"/>
            <ac:spMk id="73" creationId="{00000000-0000-0000-0000-000000000000}"/>
          </ac:spMkLst>
        </pc:spChg>
        <pc:picChg chg="add mod modCrop">
          <ac:chgData name="Bernardo Vian Leite" userId="4087fcbd-7ec1-4223-af29-17b213e07105" providerId="ADAL" clId="{BEBE8AC7-D4C3-453E-8B60-09FD2C57271B}" dt="2026-05-05T17:42:47.097" v="190" actId="1076"/>
          <ac:picMkLst>
            <pc:docMk/>
            <pc:sldMk cId="0" sldId="259"/>
            <ac:picMk id="3" creationId="{B1CAB0AD-1EE2-5A7A-5C21-74EF3966360B}"/>
          </ac:picMkLst>
        </pc:picChg>
        <pc:picChg chg="add mod modCrop">
          <ac:chgData name="Bernardo Vian Leite" userId="4087fcbd-7ec1-4223-af29-17b213e07105" providerId="ADAL" clId="{BEBE8AC7-D4C3-453E-8B60-09FD2C57271B}" dt="2026-05-05T17:42:23.693" v="188" actId="1076"/>
          <ac:picMkLst>
            <pc:docMk/>
            <pc:sldMk cId="0" sldId="259"/>
            <ac:picMk id="5" creationId="{DC4FD044-2804-6739-4B64-4235AEB441EF}"/>
          </ac:picMkLst>
        </pc:picChg>
      </pc:sldChg>
      <pc:sldChg chg="modSp mod">
        <pc:chgData name="Bernardo Vian Leite" userId="4087fcbd-7ec1-4223-af29-17b213e07105" providerId="ADAL" clId="{BEBE8AC7-D4C3-453E-8B60-09FD2C57271B}" dt="2026-05-05T20:38:41.716" v="617" actId="20577"/>
        <pc:sldMkLst>
          <pc:docMk/>
          <pc:sldMk cId="0" sldId="260"/>
        </pc:sldMkLst>
        <pc:spChg chg="mod">
          <ac:chgData name="Bernardo Vian Leite" userId="4087fcbd-7ec1-4223-af29-17b213e07105" providerId="ADAL" clId="{BEBE8AC7-D4C3-453E-8B60-09FD2C57271B}" dt="2026-05-05T20:38:41.716" v="617" actId="20577"/>
          <ac:spMkLst>
            <pc:docMk/>
            <pc:sldMk cId="0" sldId="260"/>
            <ac:spMk id="7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cd44b69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cd44b69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cd44b69f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cd44b69f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acd44b69f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acd44b69f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acd44b69f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acd44b69f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dirty="0" err="1"/>
              <a:t>Multiopen</a:t>
            </a:r>
            <a:r>
              <a:rPr dirty="0"/>
              <a:t> AI: </a:t>
            </a:r>
            <a:r>
              <a:rPr dirty="0" err="1"/>
              <a:t>Assistente</a:t>
            </a:r>
            <a:r>
              <a:rPr dirty="0"/>
              <a:t> Local Multimodal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266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r>
              <a:rPr dirty="0"/>
              <a:t>Bernardo</a:t>
            </a:r>
            <a:r>
              <a:rPr lang="pt-PT" dirty="0"/>
              <a:t> Vian Leite</a:t>
            </a:r>
          </a:p>
          <a:p>
            <a:endParaRPr dirty="0"/>
          </a:p>
          <a:p>
            <a:r>
              <a:rPr dirty="0"/>
              <a:t>Deep Learning </a:t>
            </a:r>
            <a:r>
              <a:rPr lang="pt-PT" dirty="0"/>
              <a:t>–</a:t>
            </a:r>
            <a:r>
              <a:rPr dirty="0"/>
              <a:t> 2026</a:t>
            </a:r>
            <a:endParaRPr lang="pt-PT" dirty="0"/>
          </a:p>
          <a:p>
            <a:endParaRPr dirty="0"/>
          </a:p>
          <a:p>
            <a:r>
              <a:rPr dirty="0" err="1"/>
              <a:t>Repositório</a:t>
            </a:r>
            <a:r>
              <a:rPr dirty="0"/>
              <a:t>: </a:t>
            </a:r>
            <a:r>
              <a:rPr lang="pt-PT" dirty="0"/>
              <a:t>https://github.com/Bebelon2000/1709194_dl_2025_26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/>
              <a:t>Agenda da </a:t>
            </a:r>
            <a:r>
              <a:rPr dirty="0" err="1"/>
              <a:t>Apresentação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87009" y="1282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tx1"/>
                </a:solidFill>
              </a:rPr>
              <a:t>1. </a:t>
            </a:r>
            <a:r>
              <a:rPr dirty="0" err="1">
                <a:solidFill>
                  <a:schemeClr val="tx1"/>
                </a:solidFill>
              </a:rPr>
              <a:t>Visão</a:t>
            </a:r>
            <a:r>
              <a:rPr dirty="0">
                <a:solidFill>
                  <a:schemeClr val="tx1"/>
                </a:solidFill>
              </a:rPr>
              <a:t> Global do </a:t>
            </a:r>
            <a:r>
              <a:rPr dirty="0" err="1">
                <a:solidFill>
                  <a:schemeClr val="tx1"/>
                </a:solidFill>
              </a:rPr>
              <a:t>Multiopen</a:t>
            </a:r>
            <a:r>
              <a:rPr dirty="0">
                <a:solidFill>
                  <a:schemeClr val="tx1"/>
                </a:solidFill>
              </a:rPr>
              <a:t> AI</a:t>
            </a:r>
            <a:endParaRPr lang="pt-PT" dirty="0">
              <a:solidFill>
                <a:schemeClr val="tx1"/>
              </a:solidFill>
            </a:endParaRPr>
          </a:p>
          <a:p>
            <a:endParaRPr lang="pt-PT" dirty="0">
              <a:solidFill>
                <a:schemeClr val="tx1"/>
              </a:solidFill>
            </a:endParaRPr>
          </a:p>
          <a:p>
            <a:r>
              <a:rPr lang="pt-PT" dirty="0">
                <a:solidFill>
                  <a:schemeClr val="tx1"/>
                </a:solidFill>
              </a:rPr>
              <a:t>2. Explicação de cada </a:t>
            </a:r>
            <a:r>
              <a:rPr lang="pt-PT" dirty="0" err="1">
                <a:solidFill>
                  <a:schemeClr val="tx1"/>
                </a:solidFill>
              </a:rPr>
              <a:t>Skills</a:t>
            </a:r>
            <a:endParaRPr lang="pt-PT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  <a:p>
            <a:r>
              <a:rPr lang="pt-PT" dirty="0">
                <a:solidFill>
                  <a:schemeClr val="tx1"/>
                </a:solidFill>
              </a:rPr>
              <a:t>3</a:t>
            </a:r>
            <a:r>
              <a:rPr dirty="0">
                <a:solidFill>
                  <a:schemeClr val="tx1"/>
                </a:solidFill>
              </a:rPr>
              <a:t>. </a:t>
            </a:r>
            <a:r>
              <a:rPr dirty="0" err="1">
                <a:solidFill>
                  <a:schemeClr val="tx1"/>
                </a:solidFill>
              </a:rPr>
              <a:t>Demonstração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pt-PT" dirty="0">
                <a:solidFill>
                  <a:schemeClr val="tx1"/>
                </a:solidFill>
              </a:rPr>
              <a:t>de Resultados</a:t>
            </a:r>
          </a:p>
          <a:p>
            <a:endParaRPr lang="pt-PT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 </a:t>
            </a:r>
            <a:r>
              <a:rPr lang="pt-PT" dirty="0">
                <a:solidFill>
                  <a:schemeClr val="tx1"/>
                </a:solidFill>
              </a:rPr>
              <a:t>4.</a:t>
            </a:r>
            <a:r>
              <a:rPr dirty="0" err="1">
                <a:solidFill>
                  <a:schemeClr val="tx1"/>
                </a:solidFill>
              </a:rPr>
              <a:t>Experiência</a:t>
            </a:r>
            <a:r>
              <a:rPr dirty="0">
                <a:solidFill>
                  <a:schemeClr val="tx1"/>
                </a:solidFill>
              </a:rPr>
              <a:t> do </a:t>
            </a:r>
            <a:r>
              <a:rPr dirty="0" err="1">
                <a:solidFill>
                  <a:schemeClr val="tx1"/>
                </a:solidFill>
              </a:rPr>
              <a:t>Utilizador</a:t>
            </a:r>
            <a:endParaRPr lang="pt-PT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  <a:p>
            <a:r>
              <a:rPr lang="pt-PT" dirty="0">
                <a:solidFill>
                  <a:schemeClr val="tx1"/>
                </a:solidFill>
              </a:rPr>
              <a:t>5</a:t>
            </a:r>
            <a:r>
              <a:rPr dirty="0">
                <a:solidFill>
                  <a:schemeClr val="tx1"/>
                </a:solidFill>
              </a:rPr>
              <a:t>. </a:t>
            </a:r>
            <a:r>
              <a:rPr lang="pt-PT" dirty="0">
                <a:solidFill>
                  <a:schemeClr val="tx1"/>
                </a:solidFill>
              </a:rPr>
              <a:t>Conclusão</a:t>
            </a:r>
            <a:r>
              <a:rPr dirty="0">
                <a:solidFill>
                  <a:schemeClr val="tx1"/>
                </a:solidFill>
              </a:rPr>
              <a:t> e </a:t>
            </a:r>
            <a:r>
              <a:rPr dirty="0" err="1">
                <a:solidFill>
                  <a:schemeClr val="tx1"/>
                </a:solidFill>
              </a:rPr>
              <a:t>Trabalho</a:t>
            </a:r>
            <a:r>
              <a:rPr lang="pt-PT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 Futuro</a:t>
            </a:r>
            <a:r>
              <a:rPr lang="pt-PT" dirty="0">
                <a:solidFill>
                  <a:schemeClr val="tx1"/>
                </a:solidFill>
              </a:rPr>
              <a:t>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CED923-2522-B925-5109-73CD112E1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527" y="1"/>
            <a:ext cx="2488821" cy="2218822"/>
          </a:xfrm>
          <a:prstGeom prst="rect">
            <a:avLst/>
          </a:prstGeom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99748" y="33491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 err="1"/>
              <a:t>Visão</a:t>
            </a:r>
            <a:r>
              <a:rPr dirty="0"/>
              <a:t> Global: O </a:t>
            </a:r>
            <a:r>
              <a:rPr dirty="0" err="1"/>
              <a:t>que</a:t>
            </a:r>
            <a:r>
              <a:rPr dirty="0"/>
              <a:t> é o </a:t>
            </a:r>
            <a:r>
              <a:rPr dirty="0" err="1"/>
              <a:t>Multiopen</a:t>
            </a:r>
            <a:r>
              <a:rPr dirty="0"/>
              <a:t> AI?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1564" y="1385455"/>
            <a:ext cx="4294909" cy="3523672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endParaRPr sz="1600" dirty="0">
              <a:solidFill>
                <a:schemeClr val="tx1"/>
              </a:solidFill>
            </a:endParaRPr>
          </a:p>
          <a:p>
            <a:r>
              <a:rPr sz="1600" dirty="0" err="1">
                <a:solidFill>
                  <a:schemeClr val="tx1"/>
                </a:solidFill>
              </a:rPr>
              <a:t>Multimodalidade</a:t>
            </a:r>
            <a:r>
              <a:rPr sz="1600" dirty="0">
                <a:solidFill>
                  <a:schemeClr val="tx1"/>
                </a:solidFill>
              </a:rPr>
              <a:t> Real: </a:t>
            </a:r>
            <a:r>
              <a:rPr sz="1600" dirty="0" err="1">
                <a:solidFill>
                  <a:schemeClr val="tx1"/>
                </a:solidFill>
              </a:rPr>
              <a:t>Consegue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ver</a:t>
            </a:r>
            <a:r>
              <a:rPr sz="1600" dirty="0">
                <a:solidFill>
                  <a:schemeClr val="tx1"/>
                </a:solidFill>
              </a:rPr>
              <a:t> imagens, </a:t>
            </a:r>
            <a:r>
              <a:rPr sz="1600" dirty="0" err="1">
                <a:solidFill>
                  <a:schemeClr val="tx1"/>
                </a:solidFill>
              </a:rPr>
              <a:t>ouvir</a:t>
            </a:r>
            <a:r>
              <a:rPr sz="1600" dirty="0">
                <a:solidFill>
                  <a:schemeClr val="tx1"/>
                </a:solidFill>
              </a:rPr>
              <a:t> a </a:t>
            </a:r>
            <a:r>
              <a:rPr sz="1600" dirty="0" err="1">
                <a:solidFill>
                  <a:schemeClr val="tx1"/>
                </a:solidFill>
              </a:rPr>
              <a:t>nossa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voz</a:t>
            </a:r>
            <a:r>
              <a:rPr sz="1600" dirty="0">
                <a:solidFill>
                  <a:schemeClr val="tx1"/>
                </a:solidFill>
              </a:rPr>
              <a:t>, </a:t>
            </a:r>
            <a:r>
              <a:rPr sz="1600" dirty="0" err="1">
                <a:solidFill>
                  <a:schemeClr val="tx1"/>
                </a:solidFill>
              </a:rPr>
              <a:t>falar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connosco</a:t>
            </a:r>
            <a:r>
              <a:rPr sz="1600" dirty="0">
                <a:solidFill>
                  <a:schemeClr val="tx1"/>
                </a:solidFill>
              </a:rPr>
              <a:t> e </a:t>
            </a:r>
            <a:r>
              <a:rPr sz="1600" dirty="0" err="1">
                <a:solidFill>
                  <a:schemeClr val="tx1"/>
                </a:solidFill>
              </a:rPr>
              <a:t>interpretar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raciocínios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complexos</a:t>
            </a:r>
            <a:r>
              <a:rPr sz="1600" dirty="0">
                <a:solidFill>
                  <a:schemeClr val="tx1"/>
                </a:solidFill>
              </a:rPr>
              <a:t>.</a:t>
            </a:r>
            <a:endParaRPr lang="pt-PT" sz="1600" dirty="0">
              <a:solidFill>
                <a:schemeClr val="tx1"/>
              </a:solidFill>
            </a:endParaRPr>
          </a:p>
          <a:p>
            <a:endParaRPr sz="1600" dirty="0">
              <a:solidFill>
                <a:schemeClr val="tx1"/>
              </a:solidFill>
            </a:endParaRPr>
          </a:p>
          <a:p>
            <a:r>
              <a:rPr sz="1600" dirty="0" err="1">
                <a:solidFill>
                  <a:schemeClr val="tx1"/>
                </a:solidFill>
              </a:rPr>
              <a:t>Inteligência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Emocional</a:t>
            </a:r>
            <a:r>
              <a:rPr sz="1600" dirty="0">
                <a:solidFill>
                  <a:schemeClr val="tx1"/>
                </a:solidFill>
              </a:rPr>
              <a:t>: </a:t>
            </a:r>
            <a:r>
              <a:rPr sz="1600" dirty="0" err="1">
                <a:solidFill>
                  <a:schemeClr val="tx1"/>
                </a:solidFill>
              </a:rPr>
              <a:t>Não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responde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apenas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ao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texto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bruto</a:t>
            </a:r>
            <a:r>
              <a:rPr sz="1600" dirty="0">
                <a:solidFill>
                  <a:schemeClr val="tx1"/>
                </a:solidFill>
              </a:rPr>
              <a:t>; </a:t>
            </a:r>
            <a:r>
              <a:rPr sz="1600" dirty="0" err="1">
                <a:solidFill>
                  <a:schemeClr val="tx1"/>
                </a:solidFill>
              </a:rPr>
              <a:t>compreende</a:t>
            </a:r>
            <a:r>
              <a:rPr sz="1600" dirty="0">
                <a:solidFill>
                  <a:schemeClr val="tx1"/>
                </a:solidFill>
              </a:rPr>
              <a:t> a </a:t>
            </a:r>
            <a:r>
              <a:rPr sz="1600" dirty="0" err="1">
                <a:solidFill>
                  <a:schemeClr val="tx1"/>
                </a:solidFill>
              </a:rPr>
              <a:t>emoção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subjacente</a:t>
            </a:r>
            <a:r>
              <a:rPr sz="1600" dirty="0">
                <a:solidFill>
                  <a:schemeClr val="tx1"/>
                </a:solidFill>
              </a:rPr>
              <a:t> do </a:t>
            </a:r>
            <a:r>
              <a:rPr sz="1600" dirty="0" err="1">
                <a:solidFill>
                  <a:schemeClr val="tx1"/>
                </a:solidFill>
              </a:rPr>
              <a:t>utilizador</a:t>
            </a:r>
            <a:r>
              <a:rPr sz="1600" dirty="0">
                <a:solidFill>
                  <a:schemeClr val="tx1"/>
                </a:solidFill>
              </a:rPr>
              <a:t>, </a:t>
            </a:r>
            <a:r>
              <a:rPr sz="1600" dirty="0" err="1">
                <a:solidFill>
                  <a:schemeClr val="tx1"/>
                </a:solidFill>
              </a:rPr>
              <a:t>permitindo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respostas</a:t>
            </a:r>
            <a:r>
              <a:rPr sz="1600" dirty="0">
                <a:solidFill>
                  <a:schemeClr val="tx1"/>
                </a:solidFill>
              </a:rPr>
              <a:t> com </a:t>
            </a:r>
            <a:r>
              <a:rPr sz="1600" dirty="0" err="1">
                <a:solidFill>
                  <a:schemeClr val="tx1"/>
                </a:solidFill>
              </a:rPr>
              <a:t>mais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empatia</a:t>
            </a:r>
            <a:r>
              <a:rPr sz="1600" dirty="0">
                <a:solidFill>
                  <a:schemeClr val="tx1"/>
                </a:solidFill>
              </a:rPr>
              <a:t>.</a:t>
            </a:r>
            <a:endParaRPr lang="pt-PT" sz="1600" dirty="0">
              <a:solidFill>
                <a:schemeClr val="tx1"/>
              </a:solidFill>
            </a:endParaRPr>
          </a:p>
          <a:p>
            <a:endParaRPr sz="1600" dirty="0">
              <a:solidFill>
                <a:schemeClr val="tx1"/>
              </a:solidFill>
            </a:endParaRPr>
          </a:p>
          <a:p>
            <a:r>
              <a:rPr sz="1600" dirty="0" err="1">
                <a:solidFill>
                  <a:schemeClr val="tx1"/>
                </a:solidFill>
              </a:rPr>
              <a:t>Autonomia</a:t>
            </a:r>
            <a:r>
              <a:rPr sz="1600" dirty="0">
                <a:solidFill>
                  <a:schemeClr val="tx1"/>
                </a:solidFill>
              </a:rPr>
              <a:t> e Pesquisa: </a:t>
            </a:r>
            <a:r>
              <a:rPr sz="1600" dirty="0" err="1">
                <a:solidFill>
                  <a:schemeClr val="tx1"/>
                </a:solidFill>
              </a:rPr>
              <a:t>Capacidade</a:t>
            </a:r>
            <a:r>
              <a:rPr sz="1600" dirty="0">
                <a:solidFill>
                  <a:schemeClr val="tx1"/>
                </a:solidFill>
              </a:rPr>
              <a:t> de </a:t>
            </a:r>
            <a:r>
              <a:rPr sz="1600" dirty="0" err="1">
                <a:solidFill>
                  <a:schemeClr val="tx1"/>
                </a:solidFill>
              </a:rPr>
              <a:t>procurar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na</a:t>
            </a:r>
            <a:r>
              <a:rPr sz="1600" dirty="0">
                <a:solidFill>
                  <a:schemeClr val="tx1"/>
                </a:solidFill>
              </a:rPr>
              <a:t> internet de forma </a:t>
            </a:r>
            <a:r>
              <a:rPr sz="1600" dirty="0" err="1">
                <a:solidFill>
                  <a:schemeClr val="tx1"/>
                </a:solidFill>
              </a:rPr>
              <a:t>independente</a:t>
            </a:r>
            <a:r>
              <a:rPr sz="1600" dirty="0">
                <a:solidFill>
                  <a:schemeClr val="tx1"/>
                </a:solidFill>
              </a:rPr>
              <a:t> para </a:t>
            </a:r>
            <a:r>
              <a:rPr sz="1600" dirty="0" err="1">
                <a:solidFill>
                  <a:schemeClr val="tx1"/>
                </a:solidFill>
              </a:rPr>
              <a:t>atualizar</a:t>
            </a:r>
            <a:r>
              <a:rPr sz="1600" dirty="0">
                <a:solidFill>
                  <a:schemeClr val="tx1"/>
                </a:solidFill>
              </a:rPr>
              <a:t> o </a:t>
            </a:r>
            <a:r>
              <a:rPr sz="1600" dirty="0" err="1">
                <a:solidFill>
                  <a:schemeClr val="tx1"/>
                </a:solidFill>
              </a:rPr>
              <a:t>seu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próprio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conhecimento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em</a:t>
            </a:r>
            <a:r>
              <a:rPr sz="1600" dirty="0">
                <a:solidFill>
                  <a:schemeClr val="tx1"/>
                </a:solidFill>
              </a:rPr>
              <a:t> tempo real.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ED01C7-4F16-5BA9-CC71-8C93E9D13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045"/>
          <a:stretch>
            <a:fillRect/>
          </a:stretch>
        </p:blipFill>
        <p:spPr>
          <a:xfrm>
            <a:off x="4594239" y="2218823"/>
            <a:ext cx="4207639" cy="284270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01E5948-790D-869F-1263-69ECEAA15B9D}"/>
              </a:ext>
            </a:extLst>
          </p:cNvPr>
          <p:cNvSpPr txBox="1"/>
          <p:nvPr/>
        </p:nvSpPr>
        <p:spPr>
          <a:xfrm>
            <a:off x="299747" y="772542"/>
            <a:ext cx="57223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/>
                </a:solidFill>
              </a:rPr>
              <a:t>O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Multiopen</a:t>
            </a:r>
            <a:r>
              <a:rPr lang="pt-PT" sz="1400" dirty="0">
                <a:solidFill>
                  <a:schemeClr val="tx1"/>
                </a:solidFill>
              </a:rPr>
              <a:t> AI é um assistente virtual construído para ser totalmente autónomo, rodando localmente no computador.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 err="1"/>
              <a:t>Experimentação</a:t>
            </a:r>
            <a:r>
              <a:rPr dirty="0"/>
              <a:t> e </a:t>
            </a:r>
            <a:r>
              <a:rPr dirty="0" err="1"/>
              <a:t>Interação</a:t>
            </a:r>
            <a:endParaRPr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-103936" y="244190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endParaRPr lang="pt-PT" sz="1600" dirty="0"/>
          </a:p>
          <a:p>
            <a:r>
              <a:rPr lang="pt-PT" sz="1500" b="1" dirty="0">
                <a:solidFill>
                  <a:schemeClr val="tx1"/>
                </a:solidFill>
              </a:rPr>
              <a:t>Regras:</a:t>
            </a:r>
            <a:r>
              <a:rPr lang="pt-PT" sz="1500" dirty="0">
                <a:solidFill>
                  <a:schemeClr val="tx1"/>
                </a:solidFill>
              </a:rPr>
              <a:t> Implementação de regras de ativação e 10 regras de conversação para manter o modelo alinhado</a:t>
            </a:r>
          </a:p>
          <a:p>
            <a:r>
              <a:rPr lang="pt-PT" sz="1500" b="1" dirty="0">
                <a:solidFill>
                  <a:schemeClr val="tx1"/>
                </a:solidFill>
              </a:rPr>
              <a:t>Respostas Humanizadas</a:t>
            </a:r>
            <a:r>
              <a:rPr lang="pt-PT" sz="1500" dirty="0">
                <a:solidFill>
                  <a:schemeClr val="tx1"/>
                </a:solidFill>
              </a:rPr>
              <a:t>: O sistema responde em tempo real (</a:t>
            </a:r>
            <a:r>
              <a:rPr lang="pt-PT" sz="1500" dirty="0" err="1">
                <a:solidFill>
                  <a:schemeClr val="tx1"/>
                </a:solidFill>
              </a:rPr>
              <a:t>streaming</a:t>
            </a:r>
            <a:r>
              <a:rPr lang="pt-PT" sz="1500" dirty="0">
                <a:solidFill>
                  <a:schemeClr val="tx1"/>
                </a:solidFill>
              </a:rPr>
              <a:t>), gerando a resposta progressivamente.</a:t>
            </a:r>
          </a:p>
          <a:p>
            <a:r>
              <a:rPr lang="pt-PT" sz="1500" b="1" dirty="0">
                <a:solidFill>
                  <a:schemeClr val="tx1"/>
                </a:solidFill>
              </a:rPr>
              <a:t>Pensamento Rápido: </a:t>
            </a:r>
            <a:r>
              <a:rPr lang="pt-PT" sz="1500" dirty="0">
                <a:solidFill>
                  <a:schemeClr val="tx1"/>
                </a:solidFill>
              </a:rPr>
              <a:t>Enquanto formula a resposta, o sistema deduz a emoção do utilizador numa fração de segundos, operando várias </a:t>
            </a:r>
            <a:r>
              <a:rPr lang="pt-PT" sz="1500" dirty="0" err="1">
                <a:solidFill>
                  <a:schemeClr val="tx1"/>
                </a:solidFill>
              </a:rPr>
              <a:t>IAs</a:t>
            </a:r>
            <a:r>
              <a:rPr lang="pt-PT" sz="1500" dirty="0">
                <a:solidFill>
                  <a:schemeClr val="tx1"/>
                </a:solidFill>
              </a:rPr>
              <a:t> em simultâneo.</a:t>
            </a:r>
          </a:p>
          <a:p>
            <a:r>
              <a:rPr lang="pt-PT" sz="1500" b="1" dirty="0">
                <a:solidFill>
                  <a:schemeClr val="tx1"/>
                </a:solidFill>
              </a:rPr>
              <a:t>Interação </a:t>
            </a:r>
            <a:r>
              <a:rPr lang="pt-PT" sz="1500" b="1" dirty="0" err="1">
                <a:solidFill>
                  <a:schemeClr val="tx1"/>
                </a:solidFill>
              </a:rPr>
              <a:t>Hands</a:t>
            </a:r>
            <a:r>
              <a:rPr lang="pt-PT" sz="1500" b="1" dirty="0">
                <a:solidFill>
                  <a:schemeClr val="tx1"/>
                </a:solidFill>
              </a:rPr>
              <a:t>-Free: </a:t>
            </a:r>
            <a:r>
              <a:rPr lang="pt-PT" sz="1500" dirty="0">
                <a:solidFill>
                  <a:schemeClr val="tx1"/>
                </a:solidFill>
              </a:rPr>
              <a:t>Podemos falar naturalmente para o microfone e ouvir as respostas com vozes neurais extremamente realistas.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CAB0AD-1EE2-5A7A-5C21-74EF39663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713"/>
          <a:stretch>
            <a:fillRect/>
          </a:stretch>
        </p:blipFill>
        <p:spPr>
          <a:xfrm>
            <a:off x="1911928" y="993398"/>
            <a:ext cx="2401454" cy="170278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C4FD044-2804-6739-4B64-4235AEB441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8" t="2049" r="3273" b="18350"/>
          <a:stretch>
            <a:fillRect/>
          </a:stretch>
        </p:blipFill>
        <p:spPr>
          <a:xfrm>
            <a:off x="5454071" y="125268"/>
            <a:ext cx="3459019" cy="2546589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C1C05EA-F76C-49F9-5840-42DFD622FE42}"/>
              </a:ext>
            </a:extLst>
          </p:cNvPr>
          <p:cNvSpPr/>
          <p:nvPr/>
        </p:nvSpPr>
        <p:spPr>
          <a:xfrm>
            <a:off x="4394522" y="120534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Conclusão e Trabalho Futuro</a:t>
            </a: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dirty="0" err="1">
                <a:solidFill>
                  <a:schemeClr val="tx1"/>
                </a:solidFill>
              </a:rPr>
              <a:t>Conclusão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Demonstrou</a:t>
            </a:r>
            <a:r>
              <a:rPr dirty="0">
                <a:solidFill>
                  <a:schemeClr val="tx1"/>
                </a:solidFill>
              </a:rPr>
              <a:t>-se </a:t>
            </a:r>
            <a:r>
              <a:rPr dirty="0" err="1">
                <a:solidFill>
                  <a:schemeClr val="tx1"/>
                </a:solidFill>
              </a:rPr>
              <a:t>que</a:t>
            </a:r>
            <a:r>
              <a:rPr dirty="0">
                <a:solidFill>
                  <a:schemeClr val="tx1"/>
                </a:solidFill>
              </a:rPr>
              <a:t> é </a:t>
            </a:r>
            <a:r>
              <a:rPr dirty="0" err="1">
                <a:solidFill>
                  <a:schemeClr val="tx1"/>
                </a:solidFill>
              </a:rPr>
              <a:t>possível</a:t>
            </a:r>
            <a:r>
              <a:rPr dirty="0">
                <a:solidFill>
                  <a:schemeClr val="tx1"/>
                </a:solidFill>
              </a:rPr>
              <a:t> ter um </a:t>
            </a:r>
            <a:r>
              <a:rPr dirty="0" err="1">
                <a:solidFill>
                  <a:schemeClr val="tx1"/>
                </a:solidFill>
              </a:rPr>
              <a:t>ecossistema</a:t>
            </a:r>
            <a:r>
              <a:rPr dirty="0">
                <a:solidFill>
                  <a:schemeClr val="tx1"/>
                </a:solidFill>
              </a:rPr>
              <a:t> de IA </a:t>
            </a:r>
            <a:r>
              <a:rPr dirty="0" err="1">
                <a:solidFill>
                  <a:schemeClr val="tx1"/>
                </a:solidFill>
              </a:rPr>
              <a:t>altamente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avançado</a:t>
            </a:r>
            <a:r>
              <a:rPr dirty="0">
                <a:solidFill>
                  <a:schemeClr val="tx1"/>
                </a:solidFill>
              </a:rPr>
              <a:t> e </a:t>
            </a:r>
            <a:r>
              <a:rPr dirty="0" err="1">
                <a:solidFill>
                  <a:schemeClr val="tx1"/>
                </a:solidFill>
              </a:rPr>
              <a:t>empático</a:t>
            </a:r>
            <a:r>
              <a:rPr dirty="0">
                <a:solidFill>
                  <a:schemeClr val="tx1"/>
                </a:solidFill>
              </a:rPr>
              <a:t> a </a:t>
            </a:r>
            <a:r>
              <a:rPr dirty="0" err="1">
                <a:solidFill>
                  <a:schemeClr val="tx1"/>
                </a:solidFill>
              </a:rPr>
              <a:t>correr</a:t>
            </a:r>
            <a:r>
              <a:rPr dirty="0">
                <a:solidFill>
                  <a:schemeClr val="tx1"/>
                </a:solidFill>
              </a:rPr>
              <a:t> de forma </a:t>
            </a:r>
            <a:r>
              <a:rPr dirty="0" err="1">
                <a:solidFill>
                  <a:schemeClr val="tx1"/>
                </a:solidFill>
              </a:rPr>
              <a:t>privada</a:t>
            </a:r>
            <a:r>
              <a:rPr dirty="0">
                <a:solidFill>
                  <a:schemeClr val="tx1"/>
                </a:solidFill>
              </a:rPr>
              <a:t> num </a:t>
            </a:r>
            <a:r>
              <a:rPr dirty="0" err="1">
                <a:solidFill>
                  <a:schemeClr val="tx1"/>
                </a:solidFill>
              </a:rPr>
              <a:t>computador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pessoal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endParaRPr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b="1" dirty="0" err="1">
                <a:solidFill>
                  <a:schemeClr val="tx1"/>
                </a:solidFill>
              </a:rPr>
              <a:t>Trabalho</a:t>
            </a:r>
            <a:r>
              <a:rPr lang="pt-PT" b="1" dirty="0">
                <a:solidFill>
                  <a:schemeClr val="tx1"/>
                </a:solidFill>
              </a:rPr>
              <a:t>s</a:t>
            </a:r>
            <a:r>
              <a:rPr b="1" dirty="0">
                <a:solidFill>
                  <a:schemeClr val="tx1"/>
                </a:solidFill>
              </a:rPr>
              <a:t> Futuro</a:t>
            </a:r>
            <a:r>
              <a:rPr lang="pt-PT" b="1" dirty="0">
                <a:solidFill>
                  <a:schemeClr val="tx1"/>
                </a:solidFill>
              </a:rPr>
              <a:t>s</a:t>
            </a:r>
            <a:r>
              <a:rPr b="1" dirty="0">
                <a:solidFill>
                  <a:schemeClr val="tx1"/>
                </a:solidFill>
              </a:rPr>
              <a:t>:</a:t>
            </a:r>
          </a:p>
          <a:p>
            <a:r>
              <a:rPr dirty="0" err="1">
                <a:solidFill>
                  <a:schemeClr val="tx1"/>
                </a:solidFill>
              </a:rPr>
              <a:t>Memória</a:t>
            </a:r>
            <a:r>
              <a:rPr dirty="0">
                <a:solidFill>
                  <a:schemeClr val="tx1"/>
                </a:solidFill>
              </a:rPr>
              <a:t> a Longo </a:t>
            </a:r>
            <a:r>
              <a:rPr dirty="0" err="1">
                <a:solidFill>
                  <a:schemeClr val="tx1"/>
                </a:solidFill>
              </a:rPr>
              <a:t>Prazo</a:t>
            </a:r>
            <a:r>
              <a:rPr dirty="0">
                <a:solidFill>
                  <a:schemeClr val="tx1"/>
                </a:solidFill>
              </a:rPr>
              <a:t>: Fazer com </a:t>
            </a:r>
            <a:r>
              <a:rPr dirty="0" err="1">
                <a:solidFill>
                  <a:schemeClr val="tx1"/>
                </a:solidFill>
              </a:rPr>
              <a:t>que</a:t>
            </a:r>
            <a:r>
              <a:rPr dirty="0">
                <a:solidFill>
                  <a:schemeClr val="tx1"/>
                </a:solidFill>
              </a:rPr>
              <a:t> o </a:t>
            </a:r>
            <a:r>
              <a:rPr dirty="0" err="1">
                <a:solidFill>
                  <a:schemeClr val="tx1"/>
                </a:solidFill>
              </a:rPr>
              <a:t>assistente</a:t>
            </a:r>
            <a:r>
              <a:rPr dirty="0">
                <a:solidFill>
                  <a:schemeClr val="tx1"/>
                </a:solidFill>
              </a:rPr>
              <a:t> se </a:t>
            </a:r>
            <a:r>
              <a:rPr dirty="0" err="1">
                <a:solidFill>
                  <a:schemeClr val="tx1"/>
                </a:solidFill>
              </a:rPr>
              <a:t>lembre</a:t>
            </a:r>
            <a:r>
              <a:rPr dirty="0">
                <a:solidFill>
                  <a:schemeClr val="tx1"/>
                </a:solidFill>
              </a:rPr>
              <a:t> de conversas </a:t>
            </a:r>
            <a:r>
              <a:rPr dirty="0" err="1">
                <a:solidFill>
                  <a:schemeClr val="tx1"/>
                </a:solidFill>
              </a:rPr>
              <a:t>passadas</a:t>
            </a:r>
            <a:r>
              <a:rPr dirty="0">
                <a:solidFill>
                  <a:schemeClr val="tx1"/>
                </a:solidFill>
              </a:rPr>
              <a:t> (</a:t>
            </a:r>
            <a:r>
              <a:rPr dirty="0" err="1">
                <a:solidFill>
                  <a:schemeClr val="tx1"/>
                </a:solidFill>
              </a:rPr>
              <a:t>dias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ou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semanas</a:t>
            </a:r>
            <a:r>
              <a:rPr dirty="0">
                <a:solidFill>
                  <a:schemeClr val="tx1"/>
                </a:solidFill>
              </a:rPr>
              <a:t> atrás).</a:t>
            </a:r>
          </a:p>
          <a:p>
            <a:r>
              <a:rPr dirty="0" err="1">
                <a:solidFill>
                  <a:schemeClr val="tx1"/>
                </a:solidFill>
              </a:rPr>
              <a:t>Reconhecimento</a:t>
            </a:r>
            <a:r>
              <a:rPr dirty="0">
                <a:solidFill>
                  <a:schemeClr val="tx1"/>
                </a:solidFill>
              </a:rPr>
              <a:t> de Tom de Voz: </a:t>
            </a:r>
            <a:r>
              <a:rPr dirty="0" err="1">
                <a:solidFill>
                  <a:schemeClr val="tx1"/>
                </a:solidFill>
              </a:rPr>
              <a:t>Expandir</a:t>
            </a:r>
            <a:r>
              <a:rPr dirty="0">
                <a:solidFill>
                  <a:schemeClr val="tx1"/>
                </a:solidFill>
              </a:rPr>
              <a:t> a </a:t>
            </a:r>
            <a:r>
              <a:rPr dirty="0" err="1">
                <a:solidFill>
                  <a:schemeClr val="tx1"/>
                </a:solidFill>
              </a:rPr>
              <a:t>análise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emocional</a:t>
            </a:r>
            <a:r>
              <a:rPr dirty="0">
                <a:solidFill>
                  <a:schemeClr val="tx1"/>
                </a:solidFill>
              </a:rPr>
              <a:t> para </a:t>
            </a:r>
            <a:r>
              <a:rPr dirty="0" err="1">
                <a:solidFill>
                  <a:schemeClr val="tx1"/>
                </a:solidFill>
              </a:rPr>
              <a:t>captar</a:t>
            </a:r>
            <a:r>
              <a:rPr dirty="0">
                <a:solidFill>
                  <a:schemeClr val="tx1"/>
                </a:solidFill>
              </a:rPr>
              <a:t> a </a:t>
            </a:r>
            <a:r>
              <a:rPr dirty="0" err="1">
                <a:solidFill>
                  <a:schemeClr val="tx1"/>
                </a:solidFill>
              </a:rPr>
              <a:t>entoação</a:t>
            </a:r>
            <a:r>
              <a:rPr dirty="0">
                <a:solidFill>
                  <a:schemeClr val="tx1"/>
                </a:solidFill>
              </a:rPr>
              <a:t> do </a:t>
            </a:r>
            <a:r>
              <a:rPr dirty="0" err="1">
                <a:solidFill>
                  <a:schemeClr val="tx1"/>
                </a:solidFill>
              </a:rPr>
              <a:t>utilizador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através</a:t>
            </a:r>
            <a:r>
              <a:rPr dirty="0">
                <a:solidFill>
                  <a:schemeClr val="tx1"/>
                </a:solidFill>
              </a:rPr>
              <a:t> do </a:t>
            </a:r>
            <a:r>
              <a:rPr dirty="0" err="1">
                <a:solidFill>
                  <a:schemeClr val="tx1"/>
                </a:solidFill>
              </a:rPr>
              <a:t>áudio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não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apenas</a:t>
            </a:r>
            <a:r>
              <a:rPr dirty="0">
                <a:solidFill>
                  <a:schemeClr val="tx1"/>
                </a:solidFill>
              </a:rPr>
              <a:t> do </a:t>
            </a:r>
            <a:r>
              <a:rPr dirty="0" err="1">
                <a:solidFill>
                  <a:schemeClr val="tx1"/>
                </a:solidFill>
              </a:rPr>
              <a:t>texto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r>
              <a:rPr dirty="0" err="1">
                <a:solidFill>
                  <a:schemeClr val="tx1"/>
                </a:solidFill>
              </a:rPr>
              <a:t>Domótica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Integrar</a:t>
            </a:r>
            <a:r>
              <a:rPr dirty="0">
                <a:solidFill>
                  <a:schemeClr val="tx1"/>
                </a:solidFill>
              </a:rPr>
              <a:t> o </a:t>
            </a:r>
            <a:r>
              <a:rPr dirty="0" err="1">
                <a:solidFill>
                  <a:schemeClr val="tx1"/>
                </a:solidFill>
              </a:rPr>
              <a:t>assistente</a:t>
            </a:r>
            <a:r>
              <a:rPr dirty="0">
                <a:solidFill>
                  <a:schemeClr val="tx1"/>
                </a:solidFill>
              </a:rPr>
              <a:t> com </a:t>
            </a:r>
            <a:r>
              <a:rPr dirty="0" err="1">
                <a:solidFill>
                  <a:schemeClr val="tx1"/>
                </a:solidFill>
              </a:rPr>
              <a:t>dispositivos</a:t>
            </a:r>
            <a:r>
              <a:rPr dirty="0">
                <a:solidFill>
                  <a:schemeClr val="tx1"/>
                </a:solidFill>
              </a:rPr>
              <a:t> Smart Home para </a:t>
            </a:r>
            <a:r>
              <a:rPr dirty="0" err="1">
                <a:solidFill>
                  <a:schemeClr val="tx1"/>
                </a:solidFill>
              </a:rPr>
              <a:t>agir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sobre</a:t>
            </a:r>
            <a:r>
              <a:rPr dirty="0">
                <a:solidFill>
                  <a:schemeClr val="tx1"/>
                </a:solidFill>
              </a:rPr>
              <a:t> o </a:t>
            </a:r>
            <a:r>
              <a:rPr dirty="0" err="1">
                <a:solidFill>
                  <a:schemeClr val="tx1"/>
                </a:solidFill>
              </a:rPr>
              <a:t>mundo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físico</a:t>
            </a:r>
            <a:r>
              <a:rPr dirty="0">
                <a:solidFill>
                  <a:schemeClr val="tx1"/>
                </a:solidFill>
              </a:rPr>
              <a:t> (</a:t>
            </a:r>
            <a:r>
              <a:rPr dirty="0" err="1">
                <a:solidFill>
                  <a:schemeClr val="tx1"/>
                </a:solidFill>
              </a:rPr>
              <a:t>luzes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alarmes</a:t>
            </a:r>
            <a:r>
              <a:rPr dirty="0">
                <a:solidFill>
                  <a:schemeClr val="tx1"/>
                </a:solidFill>
              </a:rPr>
              <a:t>, etc.).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Apresentação no Ecrã (16:9)</PresentationFormat>
  <Paragraphs>37</Paragraphs>
  <Slides>5</Slides>
  <Notes>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Multiopen AI: Assistente Local Multimodal</vt:lpstr>
      <vt:lpstr>Agenda da Apresentação</vt:lpstr>
      <vt:lpstr>Visão Global: O que é o Multiopen AI?</vt:lpstr>
      <vt:lpstr>Experimentação e Interação</vt:lpstr>
      <vt:lpstr>Conclusão e Trabalho Futuro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Bernardo Vian Leite</cp:lastModifiedBy>
  <cp:revision>1</cp:revision>
  <dcterms:modified xsi:type="dcterms:W3CDTF">2026-05-05T20:40:54Z</dcterms:modified>
</cp:coreProperties>
</file>